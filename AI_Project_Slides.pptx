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Semester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0C3F9"/>
                </a:solidFill>
              </a:defRPr>
            </a:pPr>
            <a:r>
              <a:t>Machine Learning Algorithms on Financial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BED3ED"/>
                </a:solidFill>
              </a:defRPr>
            </a:pPr>
            <a:r>
              <a:t>KNN  |  Naive Bayes  |  KMeans</a:t>
            </a:r>
          </a:p>
          <a:p>
            <a:pPr>
              <a:spcAft>
                <a:spcPts val="800"/>
              </a:spcAft>
              <a:defRPr sz="2000">
                <a:solidFill>
                  <a:srgbClr val="BED3ED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BED3ED"/>
                </a:solidFill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1. Project Overview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2. Dataset Descriptions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3. K-Nearest Neighbors (KNN) - Crypto Price Direction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4. Naive Bayes - Financial News Sentiment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5. K-Means Clustering - Customer Segmentation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6. Comparative Analysis</a:t>
            </a:r>
          </a:p>
          <a:p>
            <a:pPr>
              <a:spcAft>
                <a:spcPts val="800"/>
              </a:spcAft>
              <a:defRPr sz="2200">
                <a:solidFill>
                  <a:srgbClr val="4A5568"/>
                </a:solidFill>
              </a:defRPr>
            </a:pPr>
            <a:r>
              <a:t>7. Conclusion &amp;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1. Crypto OHLCV (Kaggle)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- 115,072 rows, 50 cryptocurrencies, 2014-2026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→ Used with KNN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2. FinancialPhraseBank (Kaggle)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- 4,845 labeled news headlines (positive/neutral/negative)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→ Used with Naive Bayes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3. CC GENERAL (Kaggle)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- 8,950 credit card customers, 18 features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   → Used with KMeans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CB0"/>
                </a:solidFill>
              </a:defRPr>
            </a:pPr>
            <a:r>
              <a:t>KNN - Crypto Price Direction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Goal: Predict if Bitcoin closes UP or DOWN tomorrow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Approach: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Feature engineering: returns, volatility, moving averages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Find K most similar historical days using Euclidean distance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Majority vote determines prediction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Key Steps: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1. Scale features → 2. Find optimal K (Elbow) → 3. Train → 4. Evaluate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Strengths: Simple, non-parametric, captures non-linear patterns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Weaknesses: Sensitive to feature scale, slow with large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CB0"/>
                </a:solidFill>
              </a:defRPr>
            </a:pPr>
            <a:r>
              <a:t>Naive Bayes - Financial News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Goal: Classify news as Positive / Neutral / Negative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Approach: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Convert headlines to TF-IDF feature vectors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Multinomial Naive Bayes = P(Class | Words) ∝ P(Class) * Π P(Word | Class)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Key Steps: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1. Clean text → 2. TF-IDF vectorize → 3. Train NB → 4. Evaluate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Strengths: Fast, works well with text, handles high dimensions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Weaknesses: Assumes feature independence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CB0"/>
                </a:solidFill>
              </a:defRPr>
            </a:pPr>
            <a:r>
              <a:t>KMeans -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Goal: Segment 8,950 credit card users into behavioral groups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Approach: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Cluster based on balance, purchases, cash advances, credit limit, payments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Minimize within-cluster distances (inertia)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Key Steps: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1. Handle missing values → 2. Scale features → 3. Find optimal K (Elbow + Silhouette)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4. Apply KMeans → 5. PCA visualization → 6. Interpret clusters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Results: 4 distinct segments discovered</a:t>
            </a:r>
          </a:p>
          <a:p>
            <a:pPr>
              <a:spcAft>
                <a:spcPts val="800"/>
              </a:spcAft>
              <a:defRPr sz="1800">
                <a:solidFill>
                  <a:srgbClr val="4A5568"/>
                </a:solidFill>
              </a:defRPr>
            </a:pPr>
            <a:r>
              <a:t>- Big Spenders, Cash Users, Regular Transactors, Low Activity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               KNN                    Naive Bayes              KMeans</a:t>
            </a:r>
          </a:p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Type      Supervised             Supervised              Unsupervised</a:t>
            </a:r>
          </a:p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Data      Numerical (OHLCV)      Text (Headlines)        Numerical (Spending)</a:t>
            </a:r>
          </a:p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Strength  Pattern recognition    Text probability        Discover hidden groups</a:t>
            </a:r>
          </a:p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Weakness  Scale-sensitive        Independence assumption Must choose K</a:t>
            </a:r>
          </a:p>
          <a:p>
            <a:pPr>
              <a:spcAft>
                <a:spcPts val="800"/>
              </a:spcAft>
              <a:defRPr sz="1700">
                <a:solidFill>
                  <a:srgbClr val="4A5568"/>
                </a:solidFill>
              </a:defRPr>
            </a:pPr>
            <a:r>
              <a:t>Metric    Accuracy               Accuracy                Silhouette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Three algorithms, three financial applications: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KNN → Predicts market direction from historical patterns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Naive Bayes → Classifies news sentiment from word probabilities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KMeans → Segments customers for targeted marketing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All notebooks are ready to run end-to-end.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90C3F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